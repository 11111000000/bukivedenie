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Введение — цель и задачи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Система разработки (включая телефон)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Сбор данных — пайплайн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Витрина и визуализация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Реализация кода с помощью агента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Частотное ядро (frequency core)</a:t>
            </a:r>
            <a:endParaRPr lang="en-US" sz="2400" dirty="0"/>
          </a:p>
        </p:txBody>
      </p:sp>
      <p:pic>
        <p:nvPicPr>
          <p:cNvPr id="3" name="Image 0" descr="/home/az/Code/bukivedenie/site/presentation/-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График показывает распределение частот токенов после очистки и фильтрации стоп‑слов. Помогает быстро увидеть доминирующие слова и общую лексику произведения.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Top tokens — топ слов</a:t>
            </a:r>
            <a:endParaRPr lang="en-US" sz="2400" dirty="0"/>
          </a:p>
        </p:txBody>
      </p:sp>
      <p:pic>
        <p:nvPicPr>
          <p:cNvPr id="3" name="Image 0" descr="/home/az/Code/bukivedenie/site/presentation/top-token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Барчарт с топ‑словами по частоте. Используется для быстрой инспекции ключевых лексем и проверки корректности нормализации/лемматизации.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Ритм по главам</a:t>
            </a:r>
            <a:endParaRPr lang="en-US" sz="2400" dirty="0"/>
          </a:p>
        </p:txBody>
      </p:sp>
      <p:pic>
        <p:nvPicPr>
          <p:cNvPr id="3" name="Image 0" descr="/home/az/Code/bukivedenie/site/presentation/-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Таймлайн/диаграмма, показывающая плотность событий/текстовую активность по главам — помогает находить пики динамики и структурные особенности.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Тональность по главам</a:t>
            </a:r>
            <a:endParaRPr lang="en-US" sz="2400" dirty="0"/>
          </a:p>
        </p:txBody>
      </p:sp>
      <p:pic>
        <p:nvPicPr>
          <p:cNvPr id="3" name="Image 0" descr="/home/az/Code/bukivedenie/site/presentation/-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Линейный график тональности (лексикон‑based). Оценка приближённая, но полезна для выявления эмоциональных смен в тексте.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Сеть персонажей</a:t>
            </a:r>
            <a:endParaRPr lang="en-US" sz="2400" dirty="0"/>
          </a:p>
        </p:txBody>
      </p:sp>
      <p:pic>
        <p:nvPicPr>
          <p:cNvPr id="3" name="Image 0" descr="/home/az/Code/bukivedenie/site/presentation/-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Граф ко‑встречаемости персонажей: ребра — совместные появления в окне контекста, вес — частота. Позволяет визуально выделить центральных и второстепенных персонажей.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Список персонажей</a:t>
            </a:r>
            <a:endParaRPr lang="en-US" sz="2400" dirty="0"/>
          </a:p>
        </p:txBody>
      </p:sp>
      <p:pic>
        <p:nvPicPr>
          <p:cNvPr id="3" name="Image 0" descr="/home/az/Code/bukivedenie/site/presentation/articl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Таблица обнаруженных персонажей и их частоты. Нерегулярности в именах — следствие эвристического NER; требует дополнительной ручной валидации.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Hapax legomena</a:t>
            </a:r>
            <a:endParaRPr lang="en-US" sz="2400" dirty="0"/>
          </a:p>
        </p:txBody>
      </p:sp>
      <p:pic>
        <p:nvPicPr>
          <p:cNvPr id="3" name="Image 0" descr="/home/az/Code/bukivedenie/site/presentation/hapax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Список слов, встречающихся единожды. Полезно для изучения уникальной лексики и артефактов разметки.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Метаданные прогона</a:t>
            </a:r>
            <a:endParaRPr lang="en-US" sz="2400" dirty="0"/>
          </a:p>
        </p:txBody>
      </p:sp>
      <p:pic>
        <p:nvPicPr>
          <p:cNvPr id="3" name="Image 0" descr="/home/az/Code/bukivedenie/site/presentation/-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run_metadata.json фиксирует параметры и время прогона — это ключ к воспроизводимости (версии, флаги, время).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Пунктуация и структура</a:t>
            </a:r>
            <a:endParaRPr lang="en-US" sz="2400" dirty="0"/>
          </a:p>
        </p:txBody>
      </p:sp>
      <p:pic>
        <p:nvPicPr>
          <p:cNvPr id="3" name="Image 0" descr="/home/az/Code/bukivedenie/site/presentation/articl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Анализ частот пунктуации по главам помогает обнаружить диалоги, паузы и изменение стиля повествования.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Стиль: radar</a:t>
            </a:r>
            <a:endParaRPr lang="en-US" sz="2400" dirty="0"/>
          </a:p>
        </p:txBody>
      </p:sp>
      <p:pic>
        <p:nvPicPr>
          <p:cNvPr id="3" name="Image 0" descr="/home/az/Code/bukivedenie/site/presentation/-radar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Радар‑диаграмма показывает сжатые метрики по главам/секциям (лексическая плотность, длинна предложений и пр.).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Главы: words × sentences</a:t>
            </a:r>
            <a:endParaRPr lang="en-US" sz="2400" dirty="0"/>
          </a:p>
        </p:txBody>
      </p:sp>
      <p:pic>
        <p:nvPicPr>
          <p:cNvPr id="3" name="Image 0" descr="/home/az/Code/bukivedenie/site/presentation/-words-sentence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Scatter plot: соотношение слов и предложений в главах — помогает находить аномально длинные/короткие главы.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Персонажи × главы</a:t>
            </a:r>
            <a:endParaRPr lang="en-US" sz="2400" dirty="0"/>
          </a:p>
        </p:txBody>
      </p:sp>
      <p:pic>
        <p:nvPicPr>
          <p:cNvPr id="3" name="Image 0" descr="/home/az/Code/bukivedenie/site/presentation/-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Тепловая карта появления персонажей по главам — удобно для отслеживания арок и смен фокуса на персонажей.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Токены × главы</a:t>
            </a:r>
            <a:endParaRPr lang="en-US" sz="2400" dirty="0"/>
          </a:p>
        </p:txBody>
      </p:sp>
      <p:pic>
        <p:nvPicPr>
          <p:cNvPr id="3" name="Image 0" descr="/home/az/Code/bukivedenie/site/presentation/-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Тепловая карта распределения частот ключевых токенов по главам — полезно для тематического картирования.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Zipf: rank × frequency</a:t>
            </a:r>
            <a:endParaRPr lang="en-US" sz="2400" dirty="0"/>
          </a:p>
        </p:txBody>
      </p:sp>
      <p:pic>
        <p:nvPicPr>
          <p:cNvPr id="3" name="Image 0" descr="/home/az/Code/bukivedenie/site/presentation/zipf-rank-frequency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Граф ранга и частоты токенов (закон Ципфа). Проверка ожидаемого распределения и качества токенизации.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Реализация и выводы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Спасибо за внимание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2026-05-13T18:44:50Z</dcterms:created>
  <dcterms:modified xsi:type="dcterms:W3CDTF">2026-05-13T18:44:50Z</dcterms:modified>
</cp:coreProperties>
</file>